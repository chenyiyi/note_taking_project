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03"/>
    <p:restoredTop sz="94648"/>
  </p:normalViewPr>
  <p:slideViewPr>
    <p:cSldViewPr snapToGrid="0" snapToObjects="1">
      <p:cViewPr varScale="1">
        <p:scale>
          <a:sx n="102" d="100"/>
          <a:sy n="102"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55B5A4-8D40-014C-9840-4D89C51C50A6}" type="datetimeFigureOut">
              <a:rPr lang="en-US" smtClean="0"/>
              <a:t>9/14/17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8AB332-C7B7-3D46-9DCA-E5CAE5EB1794}" type="slidenum">
              <a:rPr lang="en-US" smtClean="0"/>
              <a:t>‹#›</a:t>
            </a:fld>
            <a:endParaRPr lang="en-US"/>
          </a:p>
        </p:txBody>
      </p:sp>
    </p:spTree>
    <p:extLst>
      <p:ext uri="{BB962C8B-B14F-4D97-AF65-F5344CB8AC3E}">
        <p14:creationId xmlns:p14="http://schemas.microsoft.com/office/powerpoint/2010/main" val="1615757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5BEF11E-438C-5C4D-85E6-3B99986FB60A}" type="datetimeFigureOut">
              <a:rPr lang="en-US" smtClean="0"/>
              <a:t>9/14/17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1564651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BEF11E-438C-5C4D-85E6-3B99986FB60A}" type="datetimeFigureOut">
              <a:rPr lang="en-US" smtClean="0"/>
              <a:t>9/14/17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1167595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BEF11E-438C-5C4D-85E6-3B99986FB60A}" type="datetimeFigureOut">
              <a:rPr lang="en-US" smtClean="0"/>
              <a:t>9/14/17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7265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5BEF11E-438C-5C4D-85E6-3B99986FB60A}" type="datetimeFigureOut">
              <a:rPr lang="en-US" smtClean="0"/>
              <a:t>9/14/17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1387033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5BEF11E-438C-5C4D-85E6-3B99986FB60A}" type="datetimeFigureOut">
              <a:rPr lang="en-US" smtClean="0"/>
              <a:t>9/14/17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943987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5BEF11E-438C-5C4D-85E6-3B99986FB60A}" type="datetimeFigureOut">
              <a:rPr lang="en-US" smtClean="0"/>
              <a:t>9/14/17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2137993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BEF11E-438C-5C4D-85E6-3B99986FB60A}" type="datetimeFigureOut">
              <a:rPr lang="en-US" smtClean="0"/>
              <a:t>9/14/17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156294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BEF11E-438C-5C4D-85E6-3B99986FB60A}" type="datetimeFigureOut">
              <a:rPr lang="en-US" smtClean="0"/>
              <a:t>9/14/17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386006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5BEF11E-438C-5C4D-85E6-3B99986FB60A}" type="datetimeFigureOut">
              <a:rPr lang="en-US" smtClean="0"/>
              <a:t>9/14/17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55836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BEF11E-438C-5C4D-85E6-3B99986FB60A}" type="datetimeFigureOut">
              <a:rPr lang="en-US" smtClean="0"/>
              <a:t>9/14/17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2147370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BEF11E-438C-5C4D-85E6-3B99986FB60A}" type="datetimeFigureOut">
              <a:rPr lang="en-US" smtClean="0"/>
              <a:t>9/14/17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DBD5F9-CCF1-634F-83F6-AD16CAE580A7}" type="slidenum">
              <a:rPr lang="en-US" smtClean="0"/>
              <a:t>‹#›</a:t>
            </a:fld>
            <a:endParaRPr lang="en-US"/>
          </a:p>
        </p:txBody>
      </p:sp>
    </p:spTree>
    <p:extLst>
      <p:ext uri="{BB962C8B-B14F-4D97-AF65-F5344CB8AC3E}">
        <p14:creationId xmlns:p14="http://schemas.microsoft.com/office/powerpoint/2010/main" val="24387240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BEF11E-438C-5C4D-85E6-3B99986FB60A}" type="datetimeFigureOut">
              <a:rPr lang="en-US" smtClean="0"/>
              <a:t>9/14/17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DBD5F9-CCF1-634F-83F6-AD16CAE580A7}" type="slidenum">
              <a:rPr lang="en-US" smtClean="0"/>
              <a:t>‹#›</a:t>
            </a:fld>
            <a:endParaRPr lang="en-US"/>
          </a:p>
        </p:txBody>
      </p:sp>
    </p:spTree>
    <p:extLst>
      <p:ext uri="{BB962C8B-B14F-4D97-AF65-F5344CB8AC3E}">
        <p14:creationId xmlns:p14="http://schemas.microsoft.com/office/powerpoint/2010/main" val="1001706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86839" y="1365337"/>
            <a:ext cx="9144000" cy="3356975"/>
          </a:xfrm>
        </p:spPr>
        <p:txBody>
          <a:bodyPr/>
          <a:lstStyle/>
          <a:p>
            <a:pPr marL="457200" indent="-457200">
              <a:buFont typeface="+mj-lt"/>
              <a:buAutoNum type="arabicPeriod"/>
            </a:pPr>
            <a:r>
              <a:rPr lang="en-US" dirty="0" smtClean="0"/>
              <a:t>The web application contains two main pages, one is message list, the other one is log in page, which is called authentication on the web</a:t>
            </a:r>
          </a:p>
          <a:p>
            <a:pPr marL="457200" indent="-457200">
              <a:buFont typeface="+mj-lt"/>
              <a:buAutoNum type="arabicPeriod"/>
            </a:pPr>
            <a:r>
              <a:rPr lang="en-US" dirty="0" smtClean="0"/>
              <a:t>Users first use authentication page to sign up, or once they already have accounts, they can simply login</a:t>
            </a:r>
          </a:p>
          <a:p>
            <a:pPr marL="457200" indent="-457200">
              <a:buFont typeface="+mj-lt"/>
              <a:buAutoNum type="arabicPeriod"/>
            </a:pPr>
            <a:r>
              <a:rPr lang="en-US" dirty="0" smtClean="0"/>
              <a:t>Once users have logged in, they can switch to message page, type the note they want to store. The message page will show all notes from different users, but user could not modify they own notes</a:t>
            </a:r>
            <a:endParaRPr lang="en-US" dirty="0"/>
          </a:p>
          <a:p>
            <a:pPr marL="457200" indent="-457200">
              <a:buFont typeface="+mj-lt"/>
              <a:buAutoNum type="arabicPeriod"/>
            </a:pPr>
            <a:endParaRPr lang="en-US" dirty="0" smtClean="0"/>
          </a:p>
        </p:txBody>
      </p:sp>
    </p:spTree>
    <p:extLst>
      <p:ext uri="{BB962C8B-B14F-4D97-AF65-F5344CB8AC3E}">
        <p14:creationId xmlns:p14="http://schemas.microsoft.com/office/powerpoint/2010/main" val="13647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75368"/>
          </a:xfrm>
        </p:spPr>
        <p:txBody>
          <a:bodyPr>
            <a:normAutofit/>
          </a:bodyPr>
          <a:lstStyle/>
          <a:p>
            <a:r>
              <a:rPr lang="en-US" sz="2000" dirty="0" smtClean="0"/>
              <a:t>Here I show an example to create a new account in authentication page. </a:t>
            </a:r>
            <a:r>
              <a:rPr lang="en-US" sz="2000" dirty="0"/>
              <a:t>Y</a:t>
            </a:r>
            <a:r>
              <a:rPr lang="en-US" sz="2000" dirty="0" smtClean="0"/>
              <a:t>ou can see last thread is the one we just created.</a:t>
            </a:r>
            <a:endParaRPr lang="en-US" sz="20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9324" y="1440494"/>
            <a:ext cx="7507676" cy="472231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935" y="2192055"/>
            <a:ext cx="6611865" cy="2129425"/>
          </a:xfrm>
          <a:prstGeom prst="rect">
            <a:avLst/>
          </a:prstGeom>
        </p:spPr>
      </p:pic>
    </p:spTree>
    <p:extLst>
      <p:ext uri="{BB962C8B-B14F-4D97-AF65-F5344CB8AC3E}">
        <p14:creationId xmlns:p14="http://schemas.microsoft.com/office/powerpoint/2010/main" val="1255595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7270"/>
          </a:xfrm>
        </p:spPr>
        <p:txBody>
          <a:bodyPr>
            <a:normAutofit/>
          </a:bodyPr>
          <a:lstStyle/>
          <a:p>
            <a:r>
              <a:rPr lang="en-US" sz="2000" dirty="0" smtClean="0"/>
              <a:t>Here is a demo on message page, as you can see, after we add new message, the message will show in the list, with the first name of the user. And each user only has right to modify their own messages.</a:t>
            </a:r>
            <a:endParaRPr lang="en-US" sz="20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5755262" cy="479954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7230" y="1690688"/>
            <a:ext cx="5476570" cy="4799540"/>
          </a:xfrm>
          <a:prstGeom prst="rect">
            <a:avLst/>
          </a:prstGeom>
        </p:spPr>
      </p:pic>
    </p:spTree>
    <p:extLst>
      <p:ext uri="{BB962C8B-B14F-4D97-AF65-F5344CB8AC3E}">
        <p14:creationId xmlns:p14="http://schemas.microsoft.com/office/powerpoint/2010/main" val="1324332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9429" y="390177"/>
            <a:ext cx="9433142" cy="1325563"/>
          </a:xfrm>
        </p:spPr>
        <p:txBody>
          <a:bodyPr>
            <a:normAutofit/>
          </a:bodyPr>
          <a:lstStyle/>
          <a:p>
            <a:r>
              <a:rPr lang="en-US" sz="2000" dirty="0" smtClean="0"/>
              <a:t>Here just show you the status in database for message table</a:t>
            </a: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5350" y="2196404"/>
            <a:ext cx="7861300" cy="2565400"/>
          </a:xfrm>
          <a:prstGeom prst="rect">
            <a:avLst/>
          </a:prstGeom>
        </p:spPr>
      </p:pic>
    </p:spTree>
    <p:extLst>
      <p:ext uri="{BB962C8B-B14F-4D97-AF65-F5344CB8AC3E}">
        <p14:creationId xmlns:p14="http://schemas.microsoft.com/office/powerpoint/2010/main" val="1172698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172</Words>
  <Application>Microsoft Macintosh PowerPoint</Application>
  <PresentationFormat>Widescreen</PresentationFormat>
  <Paragraphs>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Calibri</vt:lpstr>
      <vt:lpstr>Calibri Light</vt:lpstr>
      <vt:lpstr>Arial</vt:lpstr>
      <vt:lpstr>Office Theme</vt:lpstr>
      <vt:lpstr>PowerPoint Presentation</vt:lpstr>
      <vt:lpstr>Here I show an example to create a new account in authentication page. You can see last thread is the one we just created.</vt:lpstr>
      <vt:lpstr>Here is a demo on message page, as you can see, after we add new message, the message will show in the list, with the first name of the user. And each user only has right to modify their own messages.</vt:lpstr>
      <vt:lpstr>Here just show you the status in database for message table</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 Yue</dc:creator>
  <cp:lastModifiedBy>Jia Yue</cp:lastModifiedBy>
  <cp:revision>3</cp:revision>
  <dcterms:created xsi:type="dcterms:W3CDTF">2017-09-14T19:55:04Z</dcterms:created>
  <dcterms:modified xsi:type="dcterms:W3CDTF">2017-09-14T20:39:22Z</dcterms:modified>
</cp:coreProperties>
</file>